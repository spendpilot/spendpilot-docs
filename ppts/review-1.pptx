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4"/>
    <p:sldId id="260" r:id="rId5"/>
    <p:sldId id="258" r:id="rId6"/>
  </p:sldIdLst>
  <p:sldSz cx="9144000" cy="5143500" type="screen16x9"/>
  <p:notesSz cx="5143500" cy="9144000"/>
  <p:embeddedFontLst>
    <p:embeddedFont>
      <p:font typeface="Inter" panose="020B0604020202020204" charset="0"/>
      <p:regular r:id="rId8"/>
    </p:embeddedFont>
    <p:embeddedFont>
      <p:font typeface="Inter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9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97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09AC-C148-6F92-1598-08485B45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C3BAA-A75F-363A-E218-AD8730FF0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A4E26-E817-43B0-D207-BAE9B3766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BA52A-DC1F-2578-48FE-C2C599545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08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A01E-4C55-A9BA-9A2E-55C4305A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36483-AC78-95E0-0537-234B438ED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2D0BF-3F98-3902-16AD-183E1507E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603B-186B-3512-90C1-5B8E257DF1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68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0400"/>
            <a:ext cx="73615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Infrastructure 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690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a secure, segmented, production-ready Azure platform without flattening the network.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173188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public ingress was needed for multiple application entry points.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Backend, database, and AI services needed private communication without public exposure.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had to support both host-based and path-based traffic separation.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Outbound access needed to be controlled while still supporting scalable workloads.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424014"/>
            <a:ext cx="8151763" cy="1056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6119" y="362947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Lijaz Salim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A398E2-0C98-5EE2-FF13-66CFB48B01D0}"/>
              </a:ext>
            </a:extLst>
          </p:cNvPr>
          <p:cNvSpPr/>
          <p:nvPr/>
        </p:nvSpPr>
        <p:spPr>
          <a:xfrm>
            <a:off x="8046720" y="4839286"/>
            <a:ext cx="1058362" cy="304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6205" y="213503"/>
            <a:ext cx="149587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03056" y="308009"/>
            <a:ext cx="177343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CONTEXT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06205" y="902888"/>
            <a:ext cx="84419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Workloads Running on This Infrastructure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306205" y="155847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6205" y="1997891"/>
            <a:ext cx="24703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Spend Control Platform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6205" y="231562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Frontend, backend, PostgreSQL, and AI-assisted components — all on segmented Azure infrastructure.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7518" y="309234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Static Demo Site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7518" y="341299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static app demonstrating host-based routing through the same Application Gateway.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6793E3-D86E-A72D-2F09-80F41A9E43B2}"/>
              </a:ext>
            </a:extLst>
          </p:cNvPr>
          <p:cNvSpPr/>
          <p:nvPr/>
        </p:nvSpPr>
        <p:spPr>
          <a:xfrm>
            <a:off x="8046720" y="4839286"/>
            <a:ext cx="1058362" cy="304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37A30-9198-FB9C-CEC8-BDAB1FECA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D28E888-15A1-125B-2EBA-A6CC2AB4982E}"/>
              </a:ext>
            </a:extLst>
          </p:cNvPr>
          <p:cNvSpPr/>
          <p:nvPr/>
        </p:nvSpPr>
        <p:spPr>
          <a:xfrm>
            <a:off x="8046720" y="4839286"/>
            <a:ext cx="1058362" cy="304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02A38C-71A3-C7E8-5A59-55CC01E79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9144000" cy="496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3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28D5E-61C1-7BC9-108C-1DFF56B9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EFA8789-138B-A26F-00D2-5F778D389596}"/>
              </a:ext>
            </a:extLst>
          </p:cNvPr>
          <p:cNvSpPr/>
          <p:nvPr/>
        </p:nvSpPr>
        <p:spPr>
          <a:xfrm>
            <a:off x="8046720" y="4839286"/>
            <a:ext cx="1058362" cy="304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6200637-1899-9846-B46A-88146987B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68" y="1532508"/>
            <a:ext cx="3938555" cy="262397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8AFAF61-3526-019A-1A32-D709FABC4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779" y="1536904"/>
            <a:ext cx="4065959" cy="2623977"/>
          </a:xfrm>
          <a:prstGeom prst="rect">
            <a:avLst/>
          </a:prstGeom>
        </p:spPr>
      </p:pic>
      <p:sp>
        <p:nvSpPr>
          <p:cNvPr id="38" name="Text 2">
            <a:extLst>
              <a:ext uri="{FF2B5EF4-FFF2-40B4-BE49-F238E27FC236}">
                <a16:creationId xmlns:a16="http://schemas.microsoft.com/office/drawing/2014/main" id="{6287F2AC-2E0C-EADD-CE1B-FD21A4666BDF}"/>
              </a:ext>
            </a:extLst>
          </p:cNvPr>
          <p:cNvSpPr/>
          <p:nvPr/>
        </p:nvSpPr>
        <p:spPr>
          <a:xfrm>
            <a:off x="428668" y="406721"/>
            <a:ext cx="84419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Host Based Routing</a:t>
            </a:r>
            <a:endParaRPr lang="en-US" sz="275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91E97594-01A9-EE1B-3177-0E282A7AA998}"/>
              </a:ext>
            </a:extLst>
          </p:cNvPr>
          <p:cNvSpPr/>
          <p:nvPr/>
        </p:nvSpPr>
        <p:spPr>
          <a:xfrm>
            <a:off x="513074" y="1293151"/>
            <a:ext cx="20120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myfinagent.online</a:t>
            </a:r>
            <a:endParaRPr lang="en-US" sz="11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B1B2EBA7-B450-8519-783F-36A828914560}"/>
              </a:ext>
            </a:extLst>
          </p:cNvPr>
          <p:cNvSpPr/>
          <p:nvPr/>
        </p:nvSpPr>
        <p:spPr>
          <a:xfrm>
            <a:off x="4797681" y="1293151"/>
            <a:ext cx="20120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app.myfinagent.online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474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22362"/>
            <a:ext cx="388203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 Design Goals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56605" y="787152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0893" y="801439"/>
            <a:ext cx="407566" cy="582737"/>
          </a:xfrm>
          <a:prstGeom prst="roundRect">
            <a:avLst>
              <a:gd name="adj" fmla="val 629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5908" y="1016422"/>
            <a:ext cx="152772" cy="1527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1682" y="90331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Central Hub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51682" y="1106463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ingress and security controls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56605" y="1471687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070893" y="1485974"/>
            <a:ext cx="407566" cy="582737"/>
          </a:xfrm>
          <a:prstGeom prst="roundRect">
            <a:avLst>
              <a:gd name="adj" fmla="val 629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908" y="1700957"/>
            <a:ext cx="152772" cy="1527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1682" y="158784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Isolated Spokes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551682" y="1790998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and data VNets fully separated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56605" y="2156222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070893" y="2170509"/>
            <a:ext cx="407566" cy="582737"/>
          </a:xfrm>
          <a:prstGeom prst="roundRect">
            <a:avLst>
              <a:gd name="adj" fmla="val 629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908" y="2385492"/>
            <a:ext cx="152772" cy="1527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1682" y="227238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Private Data Access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551682" y="2475533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with no public exposure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1056605" y="2840757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1070893" y="2855044"/>
            <a:ext cx="407566" cy="582737"/>
          </a:xfrm>
          <a:prstGeom prst="roundRect">
            <a:avLst>
              <a:gd name="adj" fmla="val 629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5908" y="3070027"/>
            <a:ext cx="152772" cy="1527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1682" y="2956917"/>
            <a:ext cx="164775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Firewall-Controlled Egress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551682" y="3160068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outbound traffic through Azure Firewall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1056605" y="3525292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1070893" y="3539579"/>
            <a:ext cx="407566" cy="582737"/>
          </a:xfrm>
          <a:prstGeom prst="roundRect">
            <a:avLst>
              <a:gd name="adj" fmla="val 629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5908" y="3754562"/>
            <a:ext cx="152772" cy="1527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1682" y="364145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Compute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551682" y="3844603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 Scale Sets for frontend, backend, and AI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1056605" y="4209827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1070893" y="4224114"/>
            <a:ext cx="407566" cy="582737"/>
          </a:xfrm>
          <a:prstGeom prst="roundRect">
            <a:avLst>
              <a:gd name="adj" fmla="val 629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5908" y="4439096"/>
            <a:ext cx="152772" cy="1527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551682" y="432598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Host &amp; Path Routing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1551682" y="4529138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Host-based and path-based traffic separation</a:t>
            </a:r>
            <a:endParaRPr lang="en-US" sz="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DC52E7E-2A5E-9057-B8D5-2414CEFF461C}"/>
              </a:ext>
            </a:extLst>
          </p:cNvPr>
          <p:cNvSpPr/>
          <p:nvPr/>
        </p:nvSpPr>
        <p:spPr>
          <a:xfrm>
            <a:off x="8046720" y="4839286"/>
            <a:ext cx="1058362" cy="304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181</Words>
  <Application>Microsoft Office PowerPoint</Application>
  <PresentationFormat>On-screen Show (16:9)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Lijaz Salim(UST,IN)</cp:lastModifiedBy>
  <cp:revision>4</cp:revision>
  <dcterms:created xsi:type="dcterms:W3CDTF">2026-05-26T04:15:18Z</dcterms:created>
  <dcterms:modified xsi:type="dcterms:W3CDTF">2026-05-26T05:37:56Z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2026-05-26T04:17:37Z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5b39c70d-2866-45b1-8bfb-759a00e84155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